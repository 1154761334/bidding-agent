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标准化层 PPTX 样例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实施范围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平台建设</a:t>
            </a:r>
          </a:p>
          <a:p>
            <a:pPr lvl="0"/>
            <a:r>
              <a:rPr/>
              <a:t>数据迁移</a:t>
            </a:r>
          </a:p>
          <a:p>
            <a:pPr lvl="0"/>
            <a:r>
              <a:rPr/>
              <a:t>联调测试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服务承诺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7x24 支持</a:t>
            </a:r>
          </a:p>
          <a:p>
            <a:pPr lvl="0"/>
            <a:r>
              <a:rPr/>
              <a:t>专项经理跟进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标准化层 PPTX 样例</dc:title>
  <dc:creator/>
  <cp:keywords/>
  <dcterms:created xsi:type="dcterms:W3CDTF">2026-04-20T01:59:01Z</dcterms:created>
  <dcterms:modified xsi:type="dcterms:W3CDTF">2026-04-20T01:59:01Z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